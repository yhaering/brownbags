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JetBrains Mono" panose="02000009000000000000" pitchFamily="49" charset="0"/>
      <p:regular r:id="rId8"/>
      <p:bold r:id="rId9"/>
      <p:italic r:id="rId10"/>
      <p:boldItalic r:id="rId11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C34"/>
    <a:srgbClr val="292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2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93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618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78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460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6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15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61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991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12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73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64868-0FBE-4578-B6B7-721F5BC47756}" type="datetimeFigureOut">
              <a:rPr lang="de-DE" smtClean="0"/>
              <a:t>14.01.2021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635E8-9515-4BC2-9051-3E19B0DAE1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59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JS Module System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deep dive into the world of 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7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world</a:t>
            </a:r>
            <a:r>
              <a:rPr lang="de-DE" dirty="0" smtClean="0"/>
              <a:t> </a:t>
            </a:r>
            <a:r>
              <a:rPr lang="de-DE" dirty="0" err="1" smtClean="0"/>
              <a:t>without</a:t>
            </a:r>
            <a:r>
              <a:rPr lang="de-DE" dirty="0" smtClean="0"/>
              <a:t> </a:t>
            </a:r>
            <a:r>
              <a:rPr lang="de-DE" dirty="0" err="1" smtClean="0"/>
              <a:t>modules</a:t>
            </a:r>
            <a:endParaRPr lang="de-DE" dirty="0"/>
          </a:p>
        </p:txBody>
      </p:sp>
      <p:sp>
        <p:nvSpPr>
          <p:cNvPr id="4" name="Gefaltete Ecke 3"/>
          <p:cNvSpPr/>
          <p:nvPr/>
        </p:nvSpPr>
        <p:spPr>
          <a:xfrm>
            <a:off x="4142416" y="3375300"/>
            <a:ext cx="423448" cy="540049"/>
          </a:xfrm>
          <a:prstGeom prst="foldedCorne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efaltete Ecke 4"/>
          <p:cNvSpPr/>
          <p:nvPr/>
        </p:nvSpPr>
        <p:spPr>
          <a:xfrm>
            <a:off x="7301903" y="2343276"/>
            <a:ext cx="423448" cy="540049"/>
          </a:xfrm>
          <a:prstGeom prst="foldedCorne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efaltete Ecke 5"/>
          <p:cNvSpPr/>
          <p:nvPr/>
        </p:nvSpPr>
        <p:spPr>
          <a:xfrm>
            <a:off x="7301903" y="3375300"/>
            <a:ext cx="423448" cy="540049"/>
          </a:xfrm>
          <a:prstGeom prst="foldedCorne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efaltete Ecke 6"/>
          <p:cNvSpPr/>
          <p:nvPr/>
        </p:nvSpPr>
        <p:spPr>
          <a:xfrm>
            <a:off x="7301903" y="4408346"/>
            <a:ext cx="423448" cy="540049"/>
          </a:xfrm>
          <a:prstGeom prst="foldedCorne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mit Pfeil 8"/>
          <p:cNvCxnSpPr/>
          <p:nvPr/>
        </p:nvCxnSpPr>
        <p:spPr>
          <a:xfrm flipH="1">
            <a:off x="4689623" y="2612790"/>
            <a:ext cx="2472155" cy="952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 flipH="1" flipV="1">
            <a:off x="4689623" y="3645323"/>
            <a:ext cx="2472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H="1" flipV="1">
            <a:off x="4689623" y="3725637"/>
            <a:ext cx="2472155" cy="951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7849111" y="242863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a.js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7849110" y="34606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b.js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7849109" y="449268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</a:t>
            </a:r>
            <a:r>
              <a:rPr lang="de-DE" dirty="0" smtClean="0"/>
              <a:t>.js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3572516" y="3977181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accent4"/>
                </a:solidFill>
              </a:rPr>
              <a:t>index.html</a:t>
            </a:r>
            <a:endParaRPr lang="de-DE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01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world</a:t>
            </a:r>
            <a:r>
              <a:rPr lang="de-DE" dirty="0" smtClean="0"/>
              <a:t> </a:t>
            </a:r>
            <a:r>
              <a:rPr lang="de-DE" dirty="0" err="1" smtClean="0"/>
              <a:t>without</a:t>
            </a:r>
            <a:r>
              <a:rPr lang="de-DE" dirty="0" smtClean="0"/>
              <a:t> </a:t>
            </a:r>
            <a:r>
              <a:rPr lang="de-DE" dirty="0" err="1" smtClean="0"/>
              <a:t>modules</a:t>
            </a:r>
            <a:endParaRPr lang="de-DE" dirty="0"/>
          </a:p>
        </p:txBody>
      </p:sp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3"/>
            <a:ext cx="8042586" cy="2862322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html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lang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="en"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head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javascript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="./a.js"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&gt;&lt;/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javascript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="./b.js"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&gt;&lt;/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&lt;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type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javascript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D19A66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src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="./c.js"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&gt;&lt;/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script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head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body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World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&lt;/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body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b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&lt;/</a:t>
            </a:r>
            <a:r>
              <a:rPr kumimoji="0" lang="de-DE" altLang="de-DE" sz="1800" b="0" i="0" u="none" strike="noStrike" cap="none" normalizeH="0" baseline="0" dirty="0" err="1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html</a:t>
            </a:r>
            <a:r>
              <a:rPr kumimoji="0" lang="de-DE" altLang="de-DE" sz="18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endParaRPr kumimoji="0" lang="de-DE" altLang="de-DE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18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modules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smtClean="0">
                <a:solidFill>
                  <a:schemeClr val="accent5"/>
                </a:solidFill>
              </a:rPr>
              <a:t>-</a:t>
            </a:r>
            <a:r>
              <a:rPr lang="de-DE" b="1" dirty="0" smtClean="0"/>
              <a:t> Lack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Dependency</a:t>
            </a:r>
            <a:r>
              <a:rPr lang="de-DE" b="1" dirty="0"/>
              <a:t> </a:t>
            </a:r>
            <a:r>
              <a:rPr lang="de-DE" b="1" dirty="0" smtClean="0"/>
              <a:t>Resolution</a:t>
            </a:r>
          </a:p>
          <a:p>
            <a:pPr marL="0" indent="0">
              <a:buNone/>
            </a:pPr>
            <a:r>
              <a:rPr lang="de-DE" b="1" dirty="0" smtClean="0">
                <a:solidFill>
                  <a:schemeClr val="accent5"/>
                </a:solidFill>
              </a:rPr>
              <a:t>-</a:t>
            </a:r>
            <a:r>
              <a:rPr lang="de-DE" b="1" dirty="0" smtClean="0"/>
              <a:t> Pollution </a:t>
            </a:r>
            <a:r>
              <a:rPr lang="de-DE" b="1" dirty="0" err="1"/>
              <a:t>of</a:t>
            </a:r>
            <a:r>
              <a:rPr lang="de-DE" b="1" dirty="0"/>
              <a:t> global </a:t>
            </a:r>
            <a:r>
              <a:rPr lang="de-DE" b="1" dirty="0" err="1" smtClean="0"/>
              <a:t>namespace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743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IIFE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rescue</a:t>
            </a:r>
            <a:r>
              <a:rPr lang="de-DE" dirty="0" smtClean="0"/>
              <a:t>	</a:t>
            </a:r>
            <a:endParaRPr lang="de-DE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0" y="2889682"/>
            <a:ext cx="2363380" cy="1384995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module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'Test'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200" dirty="0" err="1">
                <a:solidFill>
                  <a:srgbClr val="61AFE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module</a:t>
            </a:r>
            <a:r>
              <a:rPr lang="de-DE" altLang="de-DE" sz="1200" dirty="0" smtClean="0">
                <a:solidFill>
                  <a:srgbClr val="ABB2B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endParaRPr kumimoji="0" lang="de-DE" alt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914310" y="2982014"/>
            <a:ext cx="2363380" cy="120032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'Test'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de-DE" alt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990420" y="2982014"/>
            <a:ext cx="2363380" cy="1200329"/>
          </a:xfrm>
          <a:prstGeom prst="rect">
            <a:avLst/>
          </a:prstGeom>
          <a:solidFill>
            <a:srgbClr val="282C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200" dirty="0">
                <a:solidFill>
                  <a:srgbClr val="ABB2B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de-DE" altLang="de-DE" sz="1200" b="0" i="0" u="none" strike="noStrike" cap="none" normalizeH="0" baseline="0" dirty="0" err="1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function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C678DD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E06C75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console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log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98C379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'Test'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}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61AFE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de-DE" altLang="de-DE" sz="1200" b="0" i="0" u="none" strike="noStrike" cap="none" normalizeH="0" baseline="0" dirty="0" smtClean="0">
                <a:ln>
                  <a:noFill/>
                </a:ln>
                <a:solidFill>
                  <a:srgbClr val="ABB2BF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})()</a:t>
            </a:r>
            <a:endParaRPr kumimoji="0" lang="de-DE" altLang="de-DE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Gerade Verbindung mit Pfeil 10"/>
          <p:cNvCxnSpPr>
            <a:stCxn id="6" idx="3"/>
            <a:endCxn id="7" idx="1"/>
          </p:cNvCxnSpPr>
          <p:nvPr/>
        </p:nvCxnSpPr>
        <p:spPr>
          <a:xfrm flipV="1">
            <a:off x="3201580" y="3582179"/>
            <a:ext cx="17127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>
            <a:stCxn id="7" idx="3"/>
            <a:endCxn id="8" idx="1"/>
          </p:cNvCxnSpPr>
          <p:nvPr/>
        </p:nvCxnSpPr>
        <p:spPr>
          <a:xfrm>
            <a:off x="7277690" y="3582179"/>
            <a:ext cx="17127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98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modules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smtClean="0">
                <a:solidFill>
                  <a:schemeClr val="accent5"/>
                </a:solidFill>
              </a:rPr>
              <a:t>-</a:t>
            </a:r>
            <a:r>
              <a:rPr lang="de-DE" b="1" dirty="0" smtClean="0"/>
              <a:t> Lack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Dependency</a:t>
            </a:r>
            <a:r>
              <a:rPr lang="de-DE" b="1" dirty="0"/>
              <a:t> </a:t>
            </a:r>
            <a:r>
              <a:rPr lang="de-DE" b="1" dirty="0" smtClean="0"/>
              <a:t>Resolution</a:t>
            </a:r>
          </a:p>
          <a:p>
            <a:pPr marL="0" indent="0">
              <a:buNone/>
            </a:pPr>
            <a:r>
              <a:rPr lang="de-DE" b="1" strike="sngStrike" dirty="0" smtClean="0"/>
              <a:t>- Pollution </a:t>
            </a:r>
            <a:r>
              <a:rPr lang="de-DE" b="1" strike="sngStrike" dirty="0" err="1"/>
              <a:t>of</a:t>
            </a:r>
            <a:r>
              <a:rPr lang="de-DE" b="1" strike="sngStrike" dirty="0"/>
              <a:t> global </a:t>
            </a:r>
            <a:r>
              <a:rPr lang="de-DE" b="1" strike="sngStrike" dirty="0" err="1" smtClean="0"/>
              <a:t>namespace</a:t>
            </a:r>
            <a:endParaRPr lang="de-DE" strike="sngStrike" dirty="0"/>
          </a:p>
        </p:txBody>
      </p:sp>
    </p:spTree>
    <p:extLst>
      <p:ext uri="{BB962C8B-B14F-4D97-AF65-F5344CB8AC3E}">
        <p14:creationId xmlns:p14="http://schemas.microsoft.com/office/powerpoint/2010/main" val="117313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Atom Theme">
      <a:dk1>
        <a:srgbClr val="ABB2BF"/>
      </a:dk1>
      <a:lt1>
        <a:srgbClr val="000000"/>
      </a:lt1>
      <a:dk2>
        <a:srgbClr val="44546A"/>
      </a:dk2>
      <a:lt2>
        <a:srgbClr val="E7E6E6"/>
      </a:lt2>
      <a:accent1>
        <a:srgbClr val="FF8C00"/>
      </a:accent1>
      <a:accent2>
        <a:srgbClr val="C678DD"/>
      </a:accent2>
      <a:accent3>
        <a:srgbClr val="61AFEF"/>
      </a:accent3>
      <a:accent4>
        <a:srgbClr val="98C379"/>
      </a:accent4>
      <a:accent5>
        <a:srgbClr val="E06C75"/>
      </a:accent5>
      <a:accent6>
        <a:srgbClr val="E5C07B"/>
      </a:accent6>
      <a:hlink>
        <a:srgbClr val="FF8C00"/>
      </a:hlink>
      <a:folHlink>
        <a:srgbClr val="FF8C00"/>
      </a:folHlink>
    </a:clrScheme>
    <a:fontScheme name="Benutzerdefiniert 1">
      <a:majorFont>
        <a:latin typeface="JetBrains Mono"/>
        <a:ea typeface=""/>
        <a:cs typeface=""/>
      </a:majorFont>
      <a:minorFont>
        <a:latin typeface="JetBrains Mo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Breitbild</PresentationFormat>
  <Paragraphs>20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JetBrains Mono</vt:lpstr>
      <vt:lpstr>Arial</vt:lpstr>
      <vt:lpstr>Office</vt:lpstr>
      <vt:lpstr>JS Module System</vt:lpstr>
      <vt:lpstr>The world without modules</vt:lpstr>
      <vt:lpstr>The world without modules</vt:lpstr>
      <vt:lpstr>The world without modules</vt:lpstr>
      <vt:lpstr>IIFE to the rescue </vt:lpstr>
      <vt:lpstr>The world without modules</vt:lpstr>
    </vt:vector>
  </TitlesOfParts>
  <Company>Interhyp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Häring, Yannik</dc:creator>
  <cp:lastModifiedBy>Häring, Yannik</cp:lastModifiedBy>
  <cp:revision>19</cp:revision>
  <dcterms:created xsi:type="dcterms:W3CDTF">2021-01-13T09:50:08Z</dcterms:created>
  <dcterms:modified xsi:type="dcterms:W3CDTF">2021-01-14T18:15:58Z</dcterms:modified>
</cp:coreProperties>
</file>